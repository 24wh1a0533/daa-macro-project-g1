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09728" cy="1737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N-Queens Problem using Backtracking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F"/>
                </a:solidFill>
              </a:rPr>
              <a:t>State space tree visualization through prompt engineering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Design and Analysis of Algorithms – Macro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Unit IV: Backtracking (Project 10)  |  Group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Problem and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Place N queens on an N × N board so that no two queens attack each other.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Queens attack along the same row, column or diagonal.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Approach: place one queen per row, trying columns 1 to 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If a column is unsafe, prune it. If no column works in a row, backtrack to the previous row.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This project uses N = 4, which has exactly 2 solutions.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</a:rPr>
              <a:t>Language: Java   |   Repo: DAA-macro-project-G1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Algorithm (Pseudocode)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5394960" cy="3566160"/>
          </a:xfrm>
          <a:prstGeom prst="rect">
            <a:avLst/>
          </a:prstGeom>
          <a:solidFill>
            <a:srgbClr val="F4F6FA"/>
          </a:solidFill>
          <a:ln>
            <a:solidFill>
              <a:srgbClr val="D5DA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NQueens(row, 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row == N + 1: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 solution;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col = 1 to 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isSafe(row, col):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place queen at (row, col)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NQueens(row + 1, 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remove queen from (row, col)  // backtrack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isSafe(row, col):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earlier row r &lt; row: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column of queen in row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 == col or |c - col| == |r - row|: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5156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8B8D"/>
                </a:solidFill>
              </a:rPr>
              <a:t>Key points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One queen per row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isSafe checks column and diagonal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Removing the queen after the recursive call is the backtracking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Worst-case time: O(N!)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Prompt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solidFill>
            <a:srgbClr val="F4F6FA"/>
          </a:solidFill>
          <a:ln w="25400">
            <a:solidFill>
              <a:srgbClr val="0F8B8D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2A44"/>
                </a:solidFill>
              </a:rPr>
              <a:t>“Visualize the state space tree for N=4 queens, marking invalid branches in red.”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The prompt was given to an AI tool to generate the state space tree.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The tree was checked against the program output (root, 4 children in row 1, red pruned nodes, 2 solution paths).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Prompt and image are saved in the repo (Prompt.txt, Visualization.png).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State Space Tree (N = 4)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pic>
        <p:nvPicPr>
          <p:cNvPr id="5" name="Image 0" descr="/mnt/user-data/outputs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945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Red = pruned   </a:t>
            </a:r>
            <a:pPr algn="ctr" indent="0" marL="0">
              <a:buNone/>
            </a:pPr>
            <a:r>
              <a:rPr lang="en-US" sz="1200" b="1" dirty="0">
                <a:solidFill>
                  <a:srgbClr val="3A6FB0"/>
                </a:solidFill>
              </a:rPr>
              <a:t>Blue = explored dead end   </a:t>
            </a:r>
            <a:pPr algn="ctr" indent="0" marL="0">
              <a:buNone/>
            </a:pPr>
            <a:r>
              <a:rPr lang="en-US" sz="1200" b="1" dirty="0">
                <a:solidFill>
                  <a:srgbClr val="2E9E44"/>
                </a:solidFill>
              </a:rPr>
              <a:t>Green = solution path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Program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pic>
        <p:nvPicPr>
          <p:cNvPr id="5" name="Image 0" descr="/mnt/user-data/outputs/Outp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798729" cy="3520440"/>
          </a:xfrm>
          <a:prstGeom prst="rect">
            <a:avLst/>
          </a:prstGeom>
        </p:spPr>
      </p:pic>
      <p:pic>
        <p:nvPicPr>
          <p:cNvPr id="6" name="Image 1" descr="/mnt/user-data/outputs/Outpu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809" y="1051560"/>
            <a:ext cx="2144156" cy="3520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57285" y="1188720"/>
            <a:ext cx="39209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9E44"/>
                </a:solidFill>
              </a:rPr>
              <a:t>Solution 1: (2, 4, 1,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Q  . 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.  .  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 .  . 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.  Q 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9E44"/>
                </a:solidFill>
              </a:rPr>
              <a:t>Solution 2: (3, 1, 4, 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.  Q 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 .  . 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.  .  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 Q  .  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Explanation and Learning Outcome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DAA Macro Project | Group 1 | Unit IV – Backtracking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8B8D"/>
                </a:solidFill>
              </a:rPr>
              <a:t>How backtracking is shown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Root is the empty board; each level is a row.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Red nodes are conflicts. They are pruned, so the algorithm backtracks instead of exploring below them.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Blue nodes are valid but lead to a dead end.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Green paths reach row 4 and give the 2 solutions.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097280"/>
            <a:ext cx="3291840" cy="347472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8B8D"/>
                </a:solidFill>
              </a:rPr>
              <a:t>Learning outcome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Understood recursive backtracking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Learned prompt-based visualization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Practiced GitHub documentation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 - N-Queens using Backtracking</dc:title>
  <dc:subject>PptxGenJS Presentation</dc:subject>
  <dc:creator>PptxGenJS</dc:creator>
  <cp:lastModifiedBy>PptxGenJS</cp:lastModifiedBy>
  <cp:revision>1</cp:revision>
  <dcterms:created xsi:type="dcterms:W3CDTF">2026-10-04T06:06:51Z</dcterms:created>
  <dcterms:modified xsi:type="dcterms:W3CDTF">2026-10-04T06:06:51Z</dcterms:modified>
</cp:coreProperties>
</file>